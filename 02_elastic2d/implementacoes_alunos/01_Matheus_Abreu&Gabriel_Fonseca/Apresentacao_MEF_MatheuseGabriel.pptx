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57" r:id="rId3"/>
    <p:sldId id="271" r:id="rId4"/>
    <p:sldId id="256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255A"/>
    <a:srgbClr val="EDEDED"/>
    <a:srgbClr val="292759"/>
    <a:srgbClr val="E306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22FEF7-606A-4C0E-9DAE-38F6C81E6027}" v="1" dt="2026-07-03T19:02:08.9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heus Abreu do Couto" userId="697d52289fdffd81" providerId="LiveId" clId="{DCEDA7F9-D855-46CC-8380-748095ECDFC2}"/>
    <pc:docChg chg="undo custSel delSld modSld">
      <pc:chgData name="Matheus Abreu do Couto" userId="697d52289fdffd81" providerId="LiveId" clId="{DCEDA7F9-D855-46CC-8380-748095ECDFC2}" dt="2026-07-03T19:04:24.354" v="203" actId="20577"/>
      <pc:docMkLst>
        <pc:docMk/>
      </pc:docMkLst>
      <pc:sldChg chg="modSp mod">
        <pc:chgData name="Matheus Abreu do Couto" userId="697d52289fdffd81" providerId="LiveId" clId="{DCEDA7F9-D855-46CC-8380-748095ECDFC2}" dt="2026-07-03T19:04:24.354" v="203" actId="20577"/>
        <pc:sldMkLst>
          <pc:docMk/>
          <pc:sldMk cId="55862341" sldId="257"/>
        </pc:sldMkLst>
        <pc:spChg chg="mod">
          <ac:chgData name="Matheus Abreu do Couto" userId="697d52289fdffd81" providerId="LiveId" clId="{DCEDA7F9-D855-46CC-8380-748095ECDFC2}" dt="2026-07-03T19:04:24.354" v="203" actId="20577"/>
          <ac:spMkLst>
            <pc:docMk/>
            <pc:sldMk cId="55862341" sldId="257"/>
            <ac:spMk id="3" creationId="{00000000-0000-0000-0000-000000000000}"/>
          </ac:spMkLst>
        </pc:spChg>
      </pc:sldChg>
      <pc:sldChg chg="modSp mod">
        <pc:chgData name="Matheus Abreu do Couto" userId="697d52289fdffd81" providerId="LiveId" clId="{DCEDA7F9-D855-46CC-8380-748095ECDFC2}" dt="2026-07-03T19:03:08.409" v="135" actId="1076"/>
        <pc:sldMkLst>
          <pc:docMk/>
          <pc:sldMk cId="2706518422" sldId="266"/>
        </pc:sldMkLst>
        <pc:spChg chg="mod">
          <ac:chgData name="Matheus Abreu do Couto" userId="697d52289fdffd81" providerId="LiveId" clId="{DCEDA7F9-D855-46CC-8380-748095ECDFC2}" dt="2026-07-03T19:03:08.409" v="135" actId="1076"/>
          <ac:spMkLst>
            <pc:docMk/>
            <pc:sldMk cId="2706518422" sldId="266"/>
            <ac:spMk id="2" creationId="{00000000-0000-0000-0000-000000000000}"/>
          </ac:spMkLst>
        </pc:spChg>
        <pc:spChg chg="mod">
          <ac:chgData name="Matheus Abreu do Couto" userId="697d52289fdffd81" providerId="LiveId" clId="{DCEDA7F9-D855-46CC-8380-748095ECDFC2}" dt="2026-07-03T19:03:05.761" v="134" actId="1076"/>
          <ac:spMkLst>
            <pc:docMk/>
            <pc:sldMk cId="2706518422" sldId="266"/>
            <ac:spMk id="3" creationId="{00000000-0000-0000-0000-000000000000}"/>
          </ac:spMkLst>
        </pc:spChg>
      </pc:sldChg>
      <pc:sldChg chg="del">
        <pc:chgData name="Matheus Abreu do Couto" userId="697d52289fdffd81" providerId="LiveId" clId="{DCEDA7F9-D855-46CC-8380-748095ECDFC2}" dt="2026-07-03T19:01:04.974" v="31" actId="47"/>
        <pc:sldMkLst>
          <pc:docMk/>
          <pc:sldMk cId="494925030" sldId="269"/>
        </pc:sldMkLst>
      </pc:sldChg>
      <pc:sldChg chg="del">
        <pc:chgData name="Matheus Abreu do Couto" userId="697d52289fdffd81" providerId="LiveId" clId="{DCEDA7F9-D855-46CC-8380-748095ECDFC2}" dt="2026-07-03T19:01:05.716" v="34" actId="47"/>
        <pc:sldMkLst>
          <pc:docMk/>
          <pc:sldMk cId="3374669139" sldId="270"/>
        </pc:sldMkLst>
      </pc:sldChg>
      <pc:sldChg chg="addSp delSp modSp mod">
        <pc:chgData name="Matheus Abreu do Couto" userId="697d52289fdffd81" providerId="LiveId" clId="{DCEDA7F9-D855-46CC-8380-748095ECDFC2}" dt="2026-07-03T19:03:43.019" v="159" actId="478"/>
        <pc:sldMkLst>
          <pc:docMk/>
          <pc:sldMk cId="1528089087" sldId="271"/>
        </pc:sldMkLst>
        <pc:spChg chg="mod">
          <ac:chgData name="Matheus Abreu do Couto" userId="697d52289fdffd81" providerId="LiveId" clId="{DCEDA7F9-D855-46CC-8380-748095ECDFC2}" dt="2026-07-03T19:03:29.834" v="153" actId="20577"/>
          <ac:spMkLst>
            <pc:docMk/>
            <pc:sldMk cId="1528089087" sldId="271"/>
            <ac:spMk id="2" creationId="{E908165B-3356-220E-F805-60D3EF693AF1}"/>
          </ac:spMkLst>
        </pc:spChg>
        <pc:spChg chg="add del mod">
          <ac:chgData name="Matheus Abreu do Couto" userId="697d52289fdffd81" providerId="LiveId" clId="{DCEDA7F9-D855-46CC-8380-748095ECDFC2}" dt="2026-07-03T19:03:37.742" v="155" actId="478"/>
          <ac:spMkLst>
            <pc:docMk/>
            <pc:sldMk cId="1528089087" sldId="271"/>
            <ac:spMk id="4" creationId="{CB079945-8661-5771-E9A0-70469B86CEE4}"/>
          </ac:spMkLst>
        </pc:spChg>
        <pc:spChg chg="del">
          <ac:chgData name="Matheus Abreu do Couto" userId="697d52289fdffd81" providerId="LiveId" clId="{DCEDA7F9-D855-46CC-8380-748095ECDFC2}" dt="2026-07-03T19:03:32.450" v="154" actId="478"/>
          <ac:spMkLst>
            <pc:docMk/>
            <pc:sldMk cId="1528089087" sldId="271"/>
            <ac:spMk id="6" creationId="{C14EFDC9-7FC8-D82A-809F-2C900C10B66C}"/>
          </ac:spMkLst>
        </pc:spChg>
        <pc:spChg chg="del">
          <ac:chgData name="Matheus Abreu do Couto" userId="697d52289fdffd81" providerId="LiveId" clId="{DCEDA7F9-D855-46CC-8380-748095ECDFC2}" dt="2026-07-03T19:03:42.422" v="158" actId="478"/>
          <ac:spMkLst>
            <pc:docMk/>
            <pc:sldMk cId="1528089087" sldId="271"/>
            <ac:spMk id="10" creationId="{75494F64-AE3B-684B-450E-34A35D0EB8E7}"/>
          </ac:spMkLst>
        </pc:spChg>
        <pc:spChg chg="del">
          <ac:chgData name="Matheus Abreu do Couto" userId="697d52289fdffd81" providerId="LiveId" clId="{DCEDA7F9-D855-46CC-8380-748095ECDFC2}" dt="2026-07-03T19:03:38.701" v="156" actId="478"/>
          <ac:spMkLst>
            <pc:docMk/>
            <pc:sldMk cId="1528089087" sldId="271"/>
            <ac:spMk id="11" creationId="{A6FDADB5-314A-5028-1C24-23EABE724829}"/>
          </ac:spMkLst>
        </pc:spChg>
        <pc:picChg chg="del">
          <ac:chgData name="Matheus Abreu do Couto" userId="697d52289fdffd81" providerId="LiveId" clId="{DCEDA7F9-D855-46CC-8380-748095ECDFC2}" dt="2026-07-03T19:03:39.565" v="157" actId="478"/>
          <ac:picMkLst>
            <pc:docMk/>
            <pc:sldMk cId="1528089087" sldId="271"/>
            <ac:picMk id="5" creationId="{00C0DFEE-5C19-35CF-96C5-C65952B03371}"/>
          </ac:picMkLst>
        </pc:picChg>
        <pc:picChg chg="del">
          <ac:chgData name="Matheus Abreu do Couto" userId="697d52289fdffd81" providerId="LiveId" clId="{DCEDA7F9-D855-46CC-8380-748095ECDFC2}" dt="2026-07-03T19:03:43.019" v="159" actId="478"/>
          <ac:picMkLst>
            <pc:docMk/>
            <pc:sldMk cId="1528089087" sldId="271"/>
            <ac:picMk id="9" creationId="{9B1770A3-7EB4-F099-AFF5-0ABB0A745E16}"/>
          </ac:picMkLst>
        </pc:picChg>
      </pc:sldChg>
      <pc:sldChg chg="del">
        <pc:chgData name="Matheus Abreu do Couto" userId="697d52289fdffd81" providerId="LiveId" clId="{DCEDA7F9-D855-46CC-8380-748095ECDFC2}" dt="2026-07-03T19:00:56.126" v="19" actId="47"/>
        <pc:sldMkLst>
          <pc:docMk/>
          <pc:sldMk cId="1805286842" sldId="272"/>
        </pc:sldMkLst>
      </pc:sldChg>
      <pc:sldChg chg="del">
        <pc:chgData name="Matheus Abreu do Couto" userId="697d52289fdffd81" providerId="LiveId" clId="{DCEDA7F9-D855-46CC-8380-748095ECDFC2}" dt="2026-07-03T19:00:49.805" v="5" actId="47"/>
        <pc:sldMkLst>
          <pc:docMk/>
          <pc:sldMk cId="2485695181" sldId="273"/>
        </pc:sldMkLst>
      </pc:sldChg>
      <pc:sldChg chg="del">
        <pc:chgData name="Matheus Abreu do Couto" userId="697d52289fdffd81" providerId="LiveId" clId="{DCEDA7F9-D855-46CC-8380-748095ECDFC2}" dt="2026-07-03T19:00:48.233" v="4" actId="47"/>
        <pc:sldMkLst>
          <pc:docMk/>
          <pc:sldMk cId="2907327313" sldId="274"/>
        </pc:sldMkLst>
      </pc:sldChg>
      <pc:sldChg chg="del">
        <pc:chgData name="Matheus Abreu do Couto" userId="697d52289fdffd81" providerId="LiveId" clId="{DCEDA7F9-D855-46CC-8380-748095ECDFC2}" dt="2026-07-03T19:00:46.399" v="2" actId="47"/>
        <pc:sldMkLst>
          <pc:docMk/>
          <pc:sldMk cId="1292233742" sldId="275"/>
        </pc:sldMkLst>
      </pc:sldChg>
      <pc:sldChg chg="del">
        <pc:chgData name="Matheus Abreu do Couto" userId="697d52289fdffd81" providerId="LiveId" clId="{DCEDA7F9-D855-46CC-8380-748095ECDFC2}" dt="2026-07-03T19:00:47.299" v="3" actId="47"/>
        <pc:sldMkLst>
          <pc:docMk/>
          <pc:sldMk cId="1355023836" sldId="276"/>
        </pc:sldMkLst>
      </pc:sldChg>
      <pc:sldChg chg="del">
        <pc:chgData name="Matheus Abreu do Couto" userId="697d52289fdffd81" providerId="LiveId" clId="{DCEDA7F9-D855-46CC-8380-748095ECDFC2}" dt="2026-07-03T19:00:41.987" v="1" actId="47"/>
        <pc:sldMkLst>
          <pc:docMk/>
          <pc:sldMk cId="2768099821" sldId="277"/>
        </pc:sldMkLst>
      </pc:sldChg>
      <pc:sldChg chg="del">
        <pc:chgData name="Matheus Abreu do Couto" userId="697d52289fdffd81" providerId="LiveId" clId="{DCEDA7F9-D855-46CC-8380-748095ECDFC2}" dt="2026-07-03T19:00:40.625" v="0" actId="47"/>
        <pc:sldMkLst>
          <pc:docMk/>
          <pc:sldMk cId="2678475450" sldId="278"/>
        </pc:sldMkLst>
      </pc:sldChg>
      <pc:sldChg chg="del">
        <pc:chgData name="Matheus Abreu do Couto" userId="697d52289fdffd81" providerId="LiveId" clId="{DCEDA7F9-D855-46CC-8380-748095ECDFC2}" dt="2026-07-03T19:01:05.215" v="32" actId="47"/>
        <pc:sldMkLst>
          <pc:docMk/>
          <pc:sldMk cId="1310512989" sldId="279"/>
        </pc:sldMkLst>
      </pc:sldChg>
      <pc:sldChg chg="del">
        <pc:chgData name="Matheus Abreu do Couto" userId="697d52289fdffd81" providerId="LiveId" clId="{DCEDA7F9-D855-46CC-8380-748095ECDFC2}" dt="2026-07-03T19:01:05.472" v="33" actId="47"/>
        <pc:sldMkLst>
          <pc:docMk/>
          <pc:sldMk cId="203336764" sldId="280"/>
        </pc:sldMkLst>
      </pc:sldChg>
      <pc:sldChg chg="del">
        <pc:chgData name="Matheus Abreu do Couto" userId="697d52289fdffd81" providerId="LiveId" clId="{DCEDA7F9-D855-46CC-8380-748095ECDFC2}" dt="2026-07-03T19:00:59.311" v="23" actId="47"/>
        <pc:sldMkLst>
          <pc:docMk/>
          <pc:sldMk cId="3913268828" sldId="281"/>
        </pc:sldMkLst>
      </pc:sldChg>
      <pc:sldChg chg="del">
        <pc:chgData name="Matheus Abreu do Couto" userId="697d52289fdffd81" providerId="LiveId" clId="{DCEDA7F9-D855-46CC-8380-748095ECDFC2}" dt="2026-07-03T19:00:58.910" v="21" actId="47"/>
        <pc:sldMkLst>
          <pc:docMk/>
          <pc:sldMk cId="167131617" sldId="282"/>
        </pc:sldMkLst>
      </pc:sldChg>
      <pc:sldChg chg="del">
        <pc:chgData name="Matheus Abreu do Couto" userId="697d52289fdffd81" providerId="LiveId" clId="{DCEDA7F9-D855-46CC-8380-748095ECDFC2}" dt="2026-07-03T19:00:59.116" v="22" actId="47"/>
        <pc:sldMkLst>
          <pc:docMk/>
          <pc:sldMk cId="2250000121" sldId="283"/>
        </pc:sldMkLst>
      </pc:sldChg>
      <pc:sldChg chg="del">
        <pc:chgData name="Matheus Abreu do Couto" userId="697d52289fdffd81" providerId="LiveId" clId="{DCEDA7F9-D855-46CC-8380-748095ECDFC2}" dt="2026-07-03T19:01:06.102" v="35" actId="47"/>
        <pc:sldMkLst>
          <pc:docMk/>
          <pc:sldMk cId="3798215284" sldId="284"/>
        </pc:sldMkLst>
      </pc:sldChg>
      <pc:sldChg chg="del">
        <pc:chgData name="Matheus Abreu do Couto" userId="697d52289fdffd81" providerId="LiveId" clId="{DCEDA7F9-D855-46CC-8380-748095ECDFC2}" dt="2026-07-03T19:00:59.585" v="24" actId="47"/>
        <pc:sldMkLst>
          <pc:docMk/>
          <pc:sldMk cId="63285564" sldId="285"/>
        </pc:sldMkLst>
      </pc:sldChg>
      <pc:sldChg chg="del">
        <pc:chgData name="Matheus Abreu do Couto" userId="697d52289fdffd81" providerId="LiveId" clId="{DCEDA7F9-D855-46CC-8380-748095ECDFC2}" dt="2026-07-03T19:01:00.288" v="25" actId="47"/>
        <pc:sldMkLst>
          <pc:docMk/>
          <pc:sldMk cId="467188698" sldId="286"/>
        </pc:sldMkLst>
      </pc:sldChg>
      <pc:sldChg chg="del">
        <pc:chgData name="Matheus Abreu do Couto" userId="697d52289fdffd81" providerId="LiveId" clId="{DCEDA7F9-D855-46CC-8380-748095ECDFC2}" dt="2026-07-03T19:01:00.497" v="26" actId="47"/>
        <pc:sldMkLst>
          <pc:docMk/>
          <pc:sldMk cId="2282862134" sldId="287"/>
        </pc:sldMkLst>
      </pc:sldChg>
      <pc:sldChg chg="del">
        <pc:chgData name="Matheus Abreu do Couto" userId="697d52289fdffd81" providerId="LiveId" clId="{DCEDA7F9-D855-46CC-8380-748095ECDFC2}" dt="2026-07-03T19:01:01.585" v="28" actId="47"/>
        <pc:sldMkLst>
          <pc:docMk/>
          <pc:sldMk cId="1393774873" sldId="288"/>
        </pc:sldMkLst>
      </pc:sldChg>
      <pc:sldChg chg="del">
        <pc:chgData name="Matheus Abreu do Couto" userId="697d52289fdffd81" providerId="LiveId" clId="{DCEDA7F9-D855-46CC-8380-748095ECDFC2}" dt="2026-07-03T19:01:02.045" v="30" actId="47"/>
        <pc:sldMkLst>
          <pc:docMk/>
          <pc:sldMk cId="680719546" sldId="289"/>
        </pc:sldMkLst>
      </pc:sldChg>
      <pc:sldChg chg="del">
        <pc:chgData name="Matheus Abreu do Couto" userId="697d52289fdffd81" providerId="LiveId" clId="{DCEDA7F9-D855-46CC-8380-748095ECDFC2}" dt="2026-07-03T19:01:01.814" v="29" actId="47"/>
        <pc:sldMkLst>
          <pc:docMk/>
          <pc:sldMk cId="1287559452" sldId="290"/>
        </pc:sldMkLst>
      </pc:sldChg>
      <pc:sldChg chg="del">
        <pc:chgData name="Matheus Abreu do Couto" userId="697d52289fdffd81" providerId="LiveId" clId="{DCEDA7F9-D855-46CC-8380-748095ECDFC2}" dt="2026-07-03T19:01:00.758" v="27" actId="47"/>
        <pc:sldMkLst>
          <pc:docMk/>
          <pc:sldMk cId="812295168" sldId="291"/>
        </pc:sldMkLst>
      </pc:sldChg>
      <pc:sldChg chg="del">
        <pc:chgData name="Matheus Abreu do Couto" userId="697d52289fdffd81" providerId="LiveId" clId="{DCEDA7F9-D855-46CC-8380-748095ECDFC2}" dt="2026-07-03T19:00:55.731" v="17" actId="47"/>
        <pc:sldMkLst>
          <pc:docMk/>
          <pc:sldMk cId="319935221" sldId="292"/>
        </pc:sldMkLst>
      </pc:sldChg>
      <pc:sldChg chg="del">
        <pc:chgData name="Matheus Abreu do Couto" userId="697d52289fdffd81" providerId="LiveId" clId="{DCEDA7F9-D855-46CC-8380-748095ECDFC2}" dt="2026-07-03T19:00:55.943" v="18" actId="47"/>
        <pc:sldMkLst>
          <pc:docMk/>
          <pc:sldMk cId="2078560454" sldId="293"/>
        </pc:sldMkLst>
      </pc:sldChg>
      <pc:sldChg chg="del">
        <pc:chgData name="Matheus Abreu do Couto" userId="697d52289fdffd81" providerId="LiveId" clId="{DCEDA7F9-D855-46CC-8380-748095ECDFC2}" dt="2026-07-03T19:00:56.420" v="20" actId="47"/>
        <pc:sldMkLst>
          <pc:docMk/>
          <pc:sldMk cId="2104670070" sldId="294"/>
        </pc:sldMkLst>
      </pc:sldChg>
      <pc:sldChg chg="del">
        <pc:chgData name="Matheus Abreu do Couto" userId="697d52289fdffd81" providerId="LiveId" clId="{DCEDA7F9-D855-46CC-8380-748095ECDFC2}" dt="2026-07-03T19:00:51.992" v="8" actId="47"/>
        <pc:sldMkLst>
          <pc:docMk/>
          <pc:sldMk cId="1345204873" sldId="295"/>
        </pc:sldMkLst>
      </pc:sldChg>
      <pc:sldChg chg="del">
        <pc:chgData name="Matheus Abreu do Couto" userId="697d52289fdffd81" providerId="LiveId" clId="{DCEDA7F9-D855-46CC-8380-748095ECDFC2}" dt="2026-07-03T19:00:52.146" v="9" actId="47"/>
        <pc:sldMkLst>
          <pc:docMk/>
          <pc:sldMk cId="81791966" sldId="296"/>
        </pc:sldMkLst>
      </pc:sldChg>
      <pc:sldChg chg="del">
        <pc:chgData name="Matheus Abreu do Couto" userId="697d52289fdffd81" providerId="LiveId" clId="{DCEDA7F9-D855-46CC-8380-748095ECDFC2}" dt="2026-07-03T19:00:52.351" v="10" actId="47"/>
        <pc:sldMkLst>
          <pc:docMk/>
          <pc:sldMk cId="3527528511" sldId="297"/>
        </pc:sldMkLst>
      </pc:sldChg>
      <pc:sldChg chg="del">
        <pc:chgData name="Matheus Abreu do Couto" userId="697d52289fdffd81" providerId="LiveId" clId="{DCEDA7F9-D855-46CC-8380-748095ECDFC2}" dt="2026-07-03T19:00:52.478" v="11" actId="47"/>
        <pc:sldMkLst>
          <pc:docMk/>
          <pc:sldMk cId="2944277283" sldId="298"/>
        </pc:sldMkLst>
      </pc:sldChg>
      <pc:sldChg chg="del">
        <pc:chgData name="Matheus Abreu do Couto" userId="697d52289fdffd81" providerId="LiveId" clId="{DCEDA7F9-D855-46CC-8380-748095ECDFC2}" dt="2026-07-03T19:00:52.690" v="12" actId="47"/>
        <pc:sldMkLst>
          <pc:docMk/>
          <pc:sldMk cId="3858379846" sldId="299"/>
        </pc:sldMkLst>
      </pc:sldChg>
      <pc:sldChg chg="del">
        <pc:chgData name="Matheus Abreu do Couto" userId="697d52289fdffd81" providerId="LiveId" clId="{DCEDA7F9-D855-46CC-8380-748095ECDFC2}" dt="2026-07-03T19:00:53.631" v="13" actId="47"/>
        <pc:sldMkLst>
          <pc:docMk/>
          <pc:sldMk cId="2743224613" sldId="300"/>
        </pc:sldMkLst>
      </pc:sldChg>
      <pc:sldChg chg="del">
        <pc:chgData name="Matheus Abreu do Couto" userId="697d52289fdffd81" providerId="LiveId" clId="{DCEDA7F9-D855-46CC-8380-748095ECDFC2}" dt="2026-07-03T19:00:53.830" v="14" actId="47"/>
        <pc:sldMkLst>
          <pc:docMk/>
          <pc:sldMk cId="1109258594" sldId="301"/>
        </pc:sldMkLst>
      </pc:sldChg>
      <pc:sldChg chg="del">
        <pc:chgData name="Matheus Abreu do Couto" userId="697d52289fdffd81" providerId="LiveId" clId="{DCEDA7F9-D855-46CC-8380-748095ECDFC2}" dt="2026-07-03T19:00:54.501" v="15" actId="47"/>
        <pc:sldMkLst>
          <pc:docMk/>
          <pc:sldMk cId="2537837292" sldId="302"/>
        </pc:sldMkLst>
      </pc:sldChg>
      <pc:sldChg chg="del">
        <pc:chgData name="Matheus Abreu do Couto" userId="697d52289fdffd81" providerId="LiveId" clId="{DCEDA7F9-D855-46CC-8380-748095ECDFC2}" dt="2026-07-03T19:00:50.123" v="6" actId="47"/>
        <pc:sldMkLst>
          <pc:docMk/>
          <pc:sldMk cId="294579285" sldId="303"/>
        </pc:sldMkLst>
      </pc:sldChg>
      <pc:sldChg chg="del">
        <pc:chgData name="Matheus Abreu do Couto" userId="697d52289fdffd81" providerId="LiveId" clId="{DCEDA7F9-D855-46CC-8380-748095ECDFC2}" dt="2026-07-03T19:00:50.347" v="7" actId="47"/>
        <pc:sldMkLst>
          <pc:docMk/>
          <pc:sldMk cId="1334141828" sldId="304"/>
        </pc:sldMkLst>
      </pc:sldChg>
      <pc:sldChg chg="del">
        <pc:chgData name="Matheus Abreu do Couto" userId="697d52289fdffd81" providerId="LiveId" clId="{DCEDA7F9-D855-46CC-8380-748095ECDFC2}" dt="2026-07-03T19:00:54.858" v="16" actId="47"/>
        <pc:sldMkLst>
          <pc:docMk/>
          <pc:sldMk cId="3255391041" sldId="30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165" y="-8164"/>
            <a:ext cx="12262757" cy="6907266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838200" y="1028699"/>
            <a:ext cx="10607040" cy="2024063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rgbClr val="28255A"/>
                </a:solidFill>
              </a:defRPr>
            </a:lvl1pPr>
          </a:lstStyle>
          <a:p>
            <a:r>
              <a:rPr lang="pt-BR" dirty="0"/>
              <a:t>Clique para adicionar um título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aseline="0">
                <a:solidFill>
                  <a:srgbClr val="EDEDED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Clique para adicionar um subtítulo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DCA1D-D68F-4F96-8BDA-5A5D04B745BA}" type="datetimeFigureOut">
              <a:rPr lang="pt-BR" smtClean="0"/>
              <a:t>03/07/2026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92A5B-2C71-4FD1-B4C6-022BB2E1DAA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3317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9" t="476" r="-1"/>
          <a:stretch/>
        </p:blipFill>
        <p:spPr>
          <a:xfrm>
            <a:off x="1" y="0"/>
            <a:ext cx="12190814" cy="6857999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 rot="21198752">
            <a:off x="527494" y="1153603"/>
            <a:ext cx="10384525" cy="2852737"/>
          </a:xfrm>
        </p:spPr>
        <p:txBody>
          <a:bodyPr anchor="b"/>
          <a:lstStyle>
            <a:lvl1pPr>
              <a:defRPr sz="6000">
                <a:solidFill>
                  <a:srgbClr val="292759"/>
                </a:solidFill>
              </a:defRPr>
            </a:lvl1pPr>
          </a:lstStyle>
          <a:p>
            <a:r>
              <a:rPr lang="pt-BR" dirty="0"/>
              <a:t>Título aqui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 rot="21215218">
            <a:off x="838520" y="4279293"/>
            <a:ext cx="10413433" cy="1500187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dirty="0"/>
              <a:t>Clique para adicionar um subtítulo</a:t>
            </a:r>
          </a:p>
        </p:txBody>
      </p:sp>
    </p:spTree>
    <p:extLst>
      <p:ext uri="{BB962C8B-B14F-4D97-AF65-F5344CB8AC3E}">
        <p14:creationId xmlns:p14="http://schemas.microsoft.com/office/powerpoint/2010/main" val="699626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884"/>
            <a:ext cx="12192000" cy="6842232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446768"/>
            <a:ext cx="9187543" cy="1325563"/>
          </a:xfrm>
        </p:spPr>
        <p:txBody>
          <a:bodyPr/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966954"/>
            <a:ext cx="10515600" cy="4128367"/>
          </a:xfrm>
        </p:spPr>
        <p:txBody>
          <a:bodyPr/>
          <a:lstStyle/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DCA1D-D68F-4F96-8BDA-5A5D04B745BA}" type="datetimeFigureOut">
              <a:rPr lang="pt-BR" smtClean="0"/>
              <a:t>03/07/2026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b="1" dirty="0">
                <a:solidFill>
                  <a:srgbClr val="28255A"/>
                </a:solidFill>
              </a:rPr>
              <a:t>Especialização em Estruturas Metálicas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92A5B-2C71-4FD1-B4C6-022BB2E1DAA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8404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884"/>
            <a:ext cx="12192000" cy="6842232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81956" y="365125"/>
            <a:ext cx="9121076" cy="1325563"/>
          </a:xfrm>
        </p:spPr>
        <p:txBody>
          <a:bodyPr/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981957" y="1973627"/>
            <a:ext cx="4777074" cy="76309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981956" y="2786288"/>
            <a:ext cx="4777074" cy="3412617"/>
          </a:xfrm>
        </p:spPr>
        <p:txBody>
          <a:bodyPr/>
          <a:lstStyle/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55872" y="1973627"/>
            <a:ext cx="4800600" cy="76309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55872" y="2789237"/>
            <a:ext cx="4800600" cy="3412617"/>
          </a:xfrm>
        </p:spPr>
        <p:txBody>
          <a:bodyPr/>
          <a:lstStyle/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DCA1D-D68F-4F96-8BDA-5A5D04B745BA}" type="datetimeFigureOut">
              <a:rPr lang="pt-BR" smtClean="0"/>
              <a:t>03/07/2026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92A5B-2C71-4FD1-B4C6-022BB2E1DAA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0754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" y="0"/>
            <a:ext cx="12189630" cy="6858000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8903208" cy="1325563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9" name="Espaço Reservado para Imagem 2">
            <a:extLst>
              <a:ext uri="{FF2B5EF4-FFF2-40B4-BE49-F238E27FC236}">
                <a16:creationId xmlns:a16="http://schemas.microsoft.com/office/drawing/2014/main" id="{F6AEDDD9-C08A-0C43-922B-064E97EC3E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38200" y="2000351"/>
            <a:ext cx="5233416" cy="442483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10" name="Espaço Reservado para Imagem 2">
            <a:extLst>
              <a:ext uri="{FF2B5EF4-FFF2-40B4-BE49-F238E27FC236}">
                <a16:creationId xmlns:a16="http://schemas.microsoft.com/office/drawing/2014/main" id="{F6AEDDD9-C08A-0C43-922B-064E97EC3EF8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6245352" y="2000351"/>
            <a:ext cx="5233416" cy="442483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87200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" y="0"/>
            <a:ext cx="12189630" cy="6858000"/>
          </a:xfrm>
          <a:prstGeom prst="rect">
            <a:avLst/>
          </a:prstGeom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D5DE6065-BE69-C249-BBA4-613237959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10" name="Espaço Reservado para Imagem 2">
            <a:extLst>
              <a:ext uri="{FF2B5EF4-FFF2-40B4-BE49-F238E27FC236}">
                <a16:creationId xmlns:a16="http://schemas.microsoft.com/office/drawing/2014/main" id="{F6AEDDD9-C08A-0C43-922B-064E97EC3E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51540" y="99218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11" name="Espaço Reservado para Texto 3">
            <a:extLst>
              <a:ext uri="{FF2B5EF4-FFF2-40B4-BE49-F238E27FC236}">
                <a16:creationId xmlns:a16="http://schemas.microsoft.com/office/drawing/2014/main" id="{C290DE45-42FF-EB4B-8B70-DAEBDB9D27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145792"/>
            <a:ext cx="3932237" cy="37231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2153182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" y="0"/>
            <a:ext cx="12189630" cy="6858000"/>
          </a:xfrm>
          <a:prstGeom prst="rect">
            <a:avLst/>
          </a:prstGeom>
        </p:spPr>
      </p:pic>
      <p:sp>
        <p:nvSpPr>
          <p:cNvPr id="8" name="Título 1"/>
          <p:cNvSpPr>
            <a:spLocks noGrp="1"/>
          </p:cNvSpPr>
          <p:nvPr>
            <p:ph type="title"/>
          </p:nvPr>
        </p:nvSpPr>
        <p:spPr>
          <a:xfrm>
            <a:off x="350520" y="170053"/>
            <a:ext cx="10134600" cy="1325563"/>
          </a:xfrm>
        </p:spPr>
        <p:txBody>
          <a:bodyPr/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9" name="Espaço Reservado para Conteúdo 2"/>
          <p:cNvSpPr>
            <a:spLocks noGrp="1"/>
          </p:cNvSpPr>
          <p:nvPr>
            <p:ph idx="1"/>
          </p:nvPr>
        </p:nvSpPr>
        <p:spPr>
          <a:xfrm>
            <a:off x="350520" y="1630553"/>
            <a:ext cx="10515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423537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59244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1600" y="995363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059244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1094232" y="6356350"/>
            <a:ext cx="2743200" cy="365125"/>
          </a:xfrm>
        </p:spPr>
        <p:txBody>
          <a:bodyPr/>
          <a:lstStyle/>
          <a:p>
            <a:fld id="{DE2DCA1D-D68F-4F96-8BDA-5A5D04B745BA}" type="datetimeFigureOut">
              <a:rPr lang="pt-BR" smtClean="0"/>
              <a:t>03/07/2026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160520" y="6356350"/>
            <a:ext cx="4114800" cy="365125"/>
          </a:xfrm>
        </p:spPr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92A5B-2C71-4FD1-B4C6-022BB2E1DAA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7396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97" b="10097"/>
          <a:stretch/>
        </p:blipFill>
        <p:spPr>
          <a:xfrm>
            <a:off x="-65314" y="0"/>
            <a:ext cx="122573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115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" y="0"/>
            <a:ext cx="12189630" cy="6858000"/>
          </a:xfrm>
          <a:prstGeom prst="rect">
            <a:avLst/>
          </a:prstGeom>
        </p:spPr>
      </p:pic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DCA1D-D68F-4F96-8BDA-5A5D04B745BA}" type="datetimeFigureOut">
              <a:rPr lang="pt-BR" smtClean="0"/>
              <a:t>03/07/2026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1635579" cy="365125"/>
          </a:xfrm>
        </p:spPr>
        <p:txBody>
          <a:bodyPr/>
          <a:lstStyle/>
          <a:p>
            <a:fld id="{D9A92A5B-2C71-4FD1-B4C6-022BB2E1DAAD}" type="slidenum">
              <a:rPr lang="pt-BR" smtClean="0"/>
              <a:t>‹nº›</a:t>
            </a:fld>
            <a:endParaRPr lang="pt-BR"/>
          </a:p>
        </p:txBody>
      </p:sp>
      <p:sp>
        <p:nvSpPr>
          <p:cNvPr id="10" name="Título 1"/>
          <p:cNvSpPr>
            <a:spLocks noGrp="1"/>
          </p:cNvSpPr>
          <p:nvPr>
            <p:ph type="title"/>
          </p:nvPr>
        </p:nvSpPr>
        <p:spPr>
          <a:xfrm>
            <a:off x="685800" y="318407"/>
            <a:ext cx="4305681" cy="1600200"/>
          </a:xfrm>
        </p:spPr>
        <p:txBody>
          <a:bodyPr anchor="b"/>
          <a:lstStyle>
            <a:lvl1pPr>
              <a:defRPr sz="3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11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614307" y="31840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12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85800" y="1918607"/>
            <a:ext cx="4305681" cy="3731079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dirty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3913380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" y="0"/>
            <a:ext cx="12189630" cy="6858000"/>
          </a:xfrm>
          <a:prstGeom prst="rect">
            <a:avLst/>
          </a:prstGeom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081328E3-E79E-2E47-B7D9-185EE7F73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5539133" cy="2852737"/>
          </a:xfrm>
        </p:spPr>
        <p:txBody>
          <a:bodyPr anchor="b"/>
          <a:lstStyle>
            <a:lvl1pPr>
              <a:defRPr sz="6000">
                <a:solidFill>
                  <a:srgbClr val="EDEDED"/>
                </a:solidFill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9" name="Espaço Reservado para Texto 2">
            <a:extLst>
              <a:ext uri="{FF2B5EF4-FFF2-40B4-BE49-F238E27FC236}">
                <a16:creationId xmlns:a16="http://schemas.microsoft.com/office/drawing/2014/main" id="{3FB72C96-B019-FB44-8274-1995F7F412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5539133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2969693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" y="0"/>
            <a:ext cx="12189630" cy="6858000"/>
          </a:xfrm>
          <a:prstGeom prst="rect">
            <a:avLst/>
          </a:prstGeom>
        </p:spPr>
      </p:pic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972638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2DCA1D-D68F-4F96-8BDA-5A5D04B745BA}" type="datetimeFigureOut">
              <a:rPr lang="pt-BR" smtClean="0"/>
              <a:t>03/07/2026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 b="1" dirty="0">
                <a:solidFill>
                  <a:srgbClr val="28255A"/>
                </a:solidFill>
              </a:rPr>
              <a:t>Especialização em Estruturas Metálicas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A92A5B-2C71-4FD1-B4C6-022BB2E1DAA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8466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53" r:id="rId4"/>
    <p:sldLayoutId id="2147483652" r:id="rId5"/>
    <p:sldLayoutId id="2147483656" r:id="rId6"/>
    <p:sldLayoutId id="2147483658" r:id="rId7"/>
    <p:sldLayoutId id="2147483657" r:id="rId8"/>
    <p:sldLayoutId id="2147483655" r:id="rId9"/>
    <p:sldLayoutId id="2147483659" r:id="rId10"/>
    <p:sldLayoutId id="214748365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28255A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48522" y="1870521"/>
            <a:ext cx="10032835" cy="2310352"/>
          </a:xfrm>
        </p:spPr>
        <p:txBody>
          <a:bodyPr>
            <a:normAutofit fontScale="90000"/>
          </a:bodyPr>
          <a:lstStyle/>
          <a:p>
            <a:pPr algn="ctr"/>
            <a:r>
              <a:rPr lang="pt-BR" sz="4200" b="1" dirty="0"/>
              <a:t>Apresentação do Trabalho Final de Método dos Elementos Finitos</a:t>
            </a:r>
            <a:br>
              <a:rPr lang="pt-BR" b="1" dirty="0"/>
            </a:br>
            <a:br>
              <a:rPr lang="pt-BR" b="1" dirty="0"/>
            </a:br>
            <a:r>
              <a:rPr lang="pt-BR" sz="3200" b="1" dirty="0"/>
              <a:t>Cálculo de tensões nos elementos T3 e saída no VTK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107140" y="4291771"/>
            <a:ext cx="10515600" cy="202534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2500" dirty="0"/>
              <a:t>Discentes: Gabriel Fonseca e Matheus Abreu</a:t>
            </a:r>
          </a:p>
          <a:p>
            <a:pPr marL="0" indent="0" algn="ctr">
              <a:buNone/>
            </a:pPr>
            <a:r>
              <a:rPr lang="pt-BR" sz="2500" dirty="0"/>
              <a:t>Docente: Ana Beatriz Gonzaga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746289-AF65-094F-9BB5-E1632CA86818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307542" y="653891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pt-BR" b="1" dirty="0">
                <a:solidFill>
                  <a:srgbClr val="28255A"/>
                </a:solidFill>
              </a:rPr>
              <a:t>Julho/2026</a:t>
            </a:r>
          </a:p>
        </p:txBody>
      </p:sp>
    </p:spTree>
    <p:extLst>
      <p:ext uri="{BB962C8B-B14F-4D97-AF65-F5344CB8AC3E}">
        <p14:creationId xmlns:p14="http://schemas.microsoft.com/office/powerpoint/2010/main" val="2706518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Sumário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138451" y="2035193"/>
            <a:ext cx="10515600" cy="4128367"/>
          </a:xfrm>
        </p:spPr>
        <p:txBody>
          <a:bodyPr>
            <a:normAutofit/>
          </a:bodyPr>
          <a:lstStyle/>
          <a:p>
            <a:pPr marL="514350" indent="-514350">
              <a:buClr>
                <a:srgbClr val="E30613"/>
              </a:buClr>
              <a:buFont typeface="+mj-lt"/>
              <a:buAutoNum type="arabicPeriod"/>
            </a:pPr>
            <a:r>
              <a:rPr lang="pt-BR" sz="3600" dirty="0"/>
              <a:t>Introdução</a:t>
            </a:r>
          </a:p>
          <a:p>
            <a:pPr marL="514350" indent="-514350">
              <a:buClr>
                <a:srgbClr val="E30613"/>
              </a:buClr>
              <a:buFont typeface="+mj-lt"/>
              <a:buAutoNum type="arabicPeriod" startAt="2"/>
            </a:pPr>
            <a:r>
              <a:rPr lang="pt-BR" sz="3600" dirty="0"/>
              <a:t>Implementações</a:t>
            </a:r>
          </a:p>
          <a:p>
            <a:pPr marL="514350" indent="-514350">
              <a:buClr>
                <a:srgbClr val="E30613"/>
              </a:buClr>
              <a:buFont typeface="+mj-lt"/>
              <a:buAutoNum type="arabicPeriod" startAt="3"/>
            </a:pPr>
            <a:r>
              <a:rPr lang="pt-BR" sz="3600" dirty="0"/>
              <a:t>Verificações</a:t>
            </a:r>
          </a:p>
          <a:p>
            <a:pPr marL="514350" indent="-514350">
              <a:buClr>
                <a:srgbClr val="E30613"/>
              </a:buClr>
              <a:buFont typeface="+mj-lt"/>
              <a:buAutoNum type="arabicPeriod" startAt="3"/>
            </a:pPr>
            <a:r>
              <a:rPr lang="pt-BR" sz="3600" dirty="0"/>
              <a:t>Considerações finais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58623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0A95E-7314-473F-368F-59B925A36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08165B-3356-220E-F805-60D3EF693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Clr>
                <a:srgbClr val="E30613"/>
              </a:buClr>
            </a:pPr>
            <a:r>
              <a:rPr lang="pt-BR" dirty="0">
                <a:solidFill>
                  <a:srgbClr val="FF0000"/>
                </a:solidFill>
              </a:rPr>
              <a:t>1.  </a:t>
            </a:r>
            <a:r>
              <a:rPr lang="pt-BR" dirty="0"/>
              <a:t>Introdução</a:t>
            </a:r>
          </a:p>
        </p:txBody>
      </p:sp>
    </p:spTree>
    <p:extLst>
      <p:ext uri="{BB962C8B-B14F-4D97-AF65-F5344CB8AC3E}">
        <p14:creationId xmlns:p14="http://schemas.microsoft.com/office/powerpoint/2010/main" val="15280890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Obrigado!</a:t>
            </a:r>
          </a:p>
        </p:txBody>
      </p:sp>
    </p:spTree>
    <p:extLst>
      <p:ext uri="{BB962C8B-B14F-4D97-AF65-F5344CB8AC3E}">
        <p14:creationId xmlns:p14="http://schemas.microsoft.com/office/powerpoint/2010/main" val="13831760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Personalizada 1">
      <a:dk1>
        <a:srgbClr val="00206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FF0000"/>
      </a:hlink>
      <a:folHlink>
        <a:srgbClr val="954F72"/>
      </a:folHlink>
    </a:clrScheme>
    <a:fontScheme name="Personalizada 2">
      <a:majorFont>
        <a:latin typeface="Futura Hv BT"/>
        <a:ea typeface=""/>
        <a:cs typeface=""/>
      </a:majorFont>
      <a:minorFont>
        <a:latin typeface="Open Sans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468</TotalTime>
  <Words>47</Words>
  <Application>Microsoft Office PowerPoint</Application>
  <PresentationFormat>Widescreen</PresentationFormat>
  <Paragraphs>11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8" baseType="lpstr">
      <vt:lpstr>Arial</vt:lpstr>
      <vt:lpstr>Futura Hv BT</vt:lpstr>
      <vt:lpstr>Open Sans</vt:lpstr>
      <vt:lpstr>Tema do Office</vt:lpstr>
      <vt:lpstr>Apresentação do Trabalho Final de Método dos Elementos Finitos  Cálculo de tensões nos elementos T3 e saída no VTK</vt:lpstr>
      <vt:lpstr>Sumário</vt:lpstr>
      <vt:lpstr>1.  Introdução</vt:lpstr>
      <vt:lpstr>Obrigado!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Gabriela</dc:creator>
  <cp:lastModifiedBy>Matheus Abreu do Couto</cp:lastModifiedBy>
  <cp:revision>106</cp:revision>
  <dcterms:created xsi:type="dcterms:W3CDTF">2021-06-30T18:44:42Z</dcterms:created>
  <dcterms:modified xsi:type="dcterms:W3CDTF">2026-07-03T19:04:26Z</dcterms:modified>
</cp:coreProperties>
</file>